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Machine Learning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3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Slide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Welcome to machine learning basics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Machine learning impacts our lives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Foundational understanding is essential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Slide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Machine learning is a subset of AI.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Machines learn from data without rules.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There are three types of machine learning.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Machine learning has many real-world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Slide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We'll see you in the next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Video is coming soon online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Stay tuned for the next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Next update is here 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