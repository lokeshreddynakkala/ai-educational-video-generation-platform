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Introduction to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2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Slide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404040"/>
                </a:solidFill>
              </a:defRPr>
            </a:pPr>
            <a:r>
              <a:t>[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404040"/>
                </a:solidFill>
              </a:defRPr>
            </a:pPr>
            <a:r>
              <a:t>"Python is a programming language",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404040"/>
                </a:solidFill>
              </a:defRPr>
            </a:pPr>
            <a:r>
              <a:t>"High-level programming for efficient code",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404040"/>
                </a:solidFill>
              </a:defRPr>
            </a:pPr>
            <a:r>
              <a:t>"Popular language used worldwide today",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66CC"/>
                </a:solidFill>
              </a:defRPr>
            </a:pPr>
            <a:r>
              <a:t>Slide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404040"/>
                </a:solidFill>
              </a:defRPr>
            </a:pPr>
            <a:r>
              <a:t>Python is known for simplicity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404040"/>
                </a:solidFill>
              </a:defRPr>
            </a:pPr>
            <a:r>
              <a:t>Code has high readability levels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404040"/>
                </a:solidFill>
              </a:defRPr>
            </a:pPr>
            <a:r>
              <a:t>Easy to implement concepts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