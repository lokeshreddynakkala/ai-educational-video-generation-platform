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Machine Learning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3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Slide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Machine learning uses AI technology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Leans from data to make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Decisions without explicit programming required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Enables computer learning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Slide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Improves performance over time gradually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Task-specific optimization methods applied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Systems learn and adapt quickly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Automated performance improvement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Slide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Image recognition applications are common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Natural language processing is involved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Recommendation systems are used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Predictive analytics is applied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