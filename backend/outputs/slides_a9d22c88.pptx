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Introduction to Python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3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Python is a beginner friendly programming language used worldwide for web development, data science, and artificial intelligence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Why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Python is popular because of its simple syntax, large community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support, and extensive libraries. It is used by companies like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To start programming in Python, you need to download the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Python interpreter from the official website and install it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